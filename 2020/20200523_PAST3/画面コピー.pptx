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7A8E46-0D26-4BD2-98DD-9F140F34B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82A623-D6A6-4835-87EF-8DC912C84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14F1D3-E3EA-423B-99EF-CE0AA04E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AA1-B065-479B-8A4C-A7FB0D475CA7}" type="datetimeFigureOut">
              <a:rPr kumimoji="1" lang="ja-JP" altLang="en-US" smtClean="0"/>
              <a:t>2020/5/23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3BA26F-9958-441B-92FD-1D051E6EE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6D4395-4361-4299-AC18-706124DC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682C-7D66-4C1C-9E65-9AF8E6F8C5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736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DF3460-DA16-41B5-9751-FC53FEAEE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EE05EA-0A50-4684-B5FB-99C093DA8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6534E8-7D61-473C-8E97-B9C05F480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AA1-B065-479B-8A4C-A7FB0D475CA7}" type="datetimeFigureOut">
              <a:rPr kumimoji="1" lang="ja-JP" altLang="en-US" smtClean="0"/>
              <a:t>2020/5/23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DF5430-85A8-48FE-BDE5-014D506A7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C46F01-0285-4BFD-BE0F-514F1B32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682C-7D66-4C1C-9E65-9AF8E6F8C5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697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3C51DF-6A6F-4735-BCDD-0265975A2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0FD95EB-FA53-4C1E-ACAA-59DF348B3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1ECB8E-BE83-41CD-95A2-89C7E598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AA1-B065-479B-8A4C-A7FB0D475CA7}" type="datetimeFigureOut">
              <a:rPr kumimoji="1" lang="ja-JP" altLang="en-US" smtClean="0"/>
              <a:t>2020/5/23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B4FB83-25CE-486F-A75F-D40E2507E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EF40B8-82D5-4BFC-968A-172D3863C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682C-7D66-4C1C-9E65-9AF8E6F8C5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3595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0A6360-5552-4EB9-B888-B9CA023F5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F862E6-CA19-44E5-89A0-B53EAAD79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F7E0B7F-3EBD-4A5F-8E6A-6B831FC83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8EEEEA-5623-4E7B-AB64-9DCDF9D42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AA1-B065-479B-8A4C-A7FB0D475CA7}" type="datetimeFigureOut">
              <a:rPr kumimoji="1" lang="ja-JP" altLang="en-US" smtClean="0"/>
              <a:t>2020/5/23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B57D91-0D52-4591-9224-14ABCADF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4EEDC7-0D6C-4C04-9BAA-4DA1869F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682C-7D66-4C1C-9E65-9AF8E6F8C5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172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5259BF-9B48-495A-94B9-5241689F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05F5F2-905F-4845-8DB4-844D4C988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377C4DE-B239-423F-826D-0EEE0B267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5EB043-7CF5-4C09-BE48-9D12F8441F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9BA73BB-892C-4BA5-AAFA-60F844F96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E5348C6-DA0D-453F-A153-8B7EA887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AA1-B065-479B-8A4C-A7FB0D475CA7}" type="datetimeFigureOut">
              <a:rPr kumimoji="1" lang="ja-JP" altLang="en-US" smtClean="0"/>
              <a:t>2020/5/23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CA86476-4C85-4AA6-96D5-F2F0761E4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2E3DCE-FAD2-4CC9-87D0-61015B318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682C-7D66-4C1C-9E65-9AF8E6F8C5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317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7947BC-06FD-4D99-9A1C-8064B1A7C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280FD63-185C-4D15-8373-D52C3706D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AA1-B065-479B-8A4C-A7FB0D475CA7}" type="datetimeFigureOut">
              <a:rPr kumimoji="1" lang="ja-JP" altLang="en-US" smtClean="0"/>
              <a:t>2020/5/23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5D32531-C2B1-419C-AABB-EC0A522F4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46E5D70-FE43-4FE0-9C7D-47C44E963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682C-7D66-4C1C-9E65-9AF8E6F8C5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499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208FC72-9478-4973-B93F-CA1B3B284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AA1-B065-479B-8A4C-A7FB0D475CA7}" type="datetimeFigureOut">
              <a:rPr kumimoji="1" lang="ja-JP" altLang="en-US" smtClean="0"/>
              <a:t>2020/5/23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1A7CC84-05A7-4B06-B1A3-70BCCF7DC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D67F10-41D5-46BE-9014-93849875D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682C-7D66-4C1C-9E65-9AF8E6F8C5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038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FD1A93-CD20-4F28-8345-094AD0527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413736-01B6-4DD6-9B04-1AFF7B092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DDC63BD-B213-4631-9476-12312E8FF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63B65D-C2FC-40BA-9F12-D868DB61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AA1-B065-479B-8A4C-A7FB0D475CA7}" type="datetimeFigureOut">
              <a:rPr kumimoji="1" lang="ja-JP" altLang="en-US" smtClean="0"/>
              <a:t>2020/5/23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504932-4260-4BA7-A47D-ABAAB473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2F3C19-FD97-4240-89FE-EFC3FE11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682C-7D66-4C1C-9E65-9AF8E6F8C5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340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58A140-A51E-4DEC-A6D0-55A0EB1F0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B1CD607-CEF6-4CCE-A062-CF14A436E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B4DB86E-FF76-41AB-A94D-9BD7C9CAD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47C1EE4-4ACA-4D71-96EC-786B39AB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AA1-B065-479B-8A4C-A7FB0D475CA7}" type="datetimeFigureOut">
              <a:rPr kumimoji="1" lang="ja-JP" altLang="en-US" smtClean="0"/>
              <a:t>2020/5/23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B1E8C81-9366-4389-9851-D3C41020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3D8D74-4B27-4F5F-AC1C-2D9D3FE7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682C-7D66-4C1C-9E65-9AF8E6F8C5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642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C5DA71-C234-40C3-89BB-C725DD95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CEF6B55-469C-4672-94D3-909BE53EB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1233DC-DFFC-48EF-BB85-3D1C1A8BD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AA1-B065-479B-8A4C-A7FB0D475CA7}" type="datetimeFigureOut">
              <a:rPr kumimoji="1" lang="ja-JP" altLang="en-US" smtClean="0"/>
              <a:t>2020/5/23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35AF75-F7EA-48E1-8522-BA6EE72AA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81B68F-7330-483E-9598-D07576403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682C-7D66-4C1C-9E65-9AF8E6F8C5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273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B0C66C8-0C99-4D3E-83AB-8F86DB51A3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FDFE0E0-61EF-4B97-BB6D-FA3707788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28FB0C-6EF7-4C9A-971D-FC0BE326B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AA1-B065-479B-8A4C-A7FB0D475CA7}" type="datetimeFigureOut">
              <a:rPr kumimoji="1" lang="ja-JP" altLang="en-US" smtClean="0"/>
              <a:t>2020/5/23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69A9AF-FB14-47D9-9860-6907B43A5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032BBC-4DD2-416A-BC23-CC390EC9E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682C-7D66-4C1C-9E65-9AF8E6F8C5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575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C776BA9-6337-4C46-B6ED-E63E924F1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0831E75-D654-483D-AEEB-82192554E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2A8F76-63D6-4C79-AA77-EB0444D3E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B4AA1-B065-479B-8A4C-A7FB0D475CA7}" type="datetimeFigureOut">
              <a:rPr kumimoji="1" lang="ja-JP" altLang="en-US" smtClean="0"/>
              <a:t>2020/5/23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CECA8A-F6C6-456B-8DA6-A79E39D2E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CFC119-2B5A-4B18-96BF-E661D8C8C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7682C-7D66-4C1C-9E65-9AF8E6F8C5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142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194E65-0697-4A65-BB6C-EE9673F8F0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86E7ABA-DA51-4D8B-B935-F7C2D4E96A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D0C10FE-5B88-448C-8243-1C66B43F9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794" y="0"/>
            <a:ext cx="59044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4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DAI</dc:creator>
  <cp:lastModifiedBy>DAI</cp:lastModifiedBy>
  <cp:revision>1</cp:revision>
  <dcterms:created xsi:type="dcterms:W3CDTF">2020-05-23T08:57:00Z</dcterms:created>
  <dcterms:modified xsi:type="dcterms:W3CDTF">2020-05-23T08:57:15Z</dcterms:modified>
</cp:coreProperties>
</file>